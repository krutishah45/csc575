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51560"/>
            <a:ext cx="73152" cy="2377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Scribe-Android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575  ·  Spring 2026  ·  April 2026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Blessings &amp; 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389120"/>
            <a:ext cx="8595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github.com/scribe-org/Scribe-Android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70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70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15727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Overview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34456" y="100584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34456" y="1005840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1616" y="117043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71616" y="15727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Deep Dives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761488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332841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8688" y="2761488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761488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55848" y="332841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34456" y="2761488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34456" y="2761488"/>
            <a:ext cx="25603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2926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71616" y="332841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Scribe?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custom Android keyboard for language learners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grammar annotations, translations &amp; conjugations inline while typing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family: Android · iOS · Firefox extension · Desktop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open source community on GitHub and Matrix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40680" y="1005840"/>
            <a:ext cx="3291840" cy="3474720"/>
          </a:xfrm>
          <a:prstGeom prst="rect">
            <a:avLst/>
          </a:prstGeom>
          <a:solidFill>
            <a:srgbClr val="E8EDF5"/>
          </a:solidFill>
          <a:ln w="12700">
            <a:solidFill>
              <a:srgbClr val="B0BE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0" y="100584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Scribe screenshot / logo here]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Scribe Matter?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645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49047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reference tools + typing — in one place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64008" cy="1645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32120" y="149047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94 GitHub stars · 108 forks · 3 consecutive GSoC years · Wikimedia-affiliated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64008" cy="1645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364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Community-driven, transparent, forkable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Community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32120" y="3364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+ Matrix chat channel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keyboard built on Android's InputMethodService (IME) API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layer: migrating from XML Fragments → Jetpack Compose (Issue #150)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Scribe-Data (Python / SPARQL) → JSON bundles → keyboard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system: Gradle with keyboardDebug / conjugateDebug variants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12080" y="1005840"/>
            <a:ext cx="3520440" cy="3474720"/>
          </a:xfrm>
          <a:prstGeom prst="rect">
            <a:avLst/>
          </a:prstGeom>
          <a:solidFill>
            <a:srgbClr val="E8EDF5"/>
          </a:solidFill>
          <a:ln w="12700">
            <a:solidFill>
              <a:srgbClr val="B0BE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005840"/>
            <a:ext cx="3520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architecture diagram here]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 Overview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6576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005840"/>
                <a:gridCol w="164592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/ 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[Contribution 1 — e.g., Migrate keyboard layout to Compose]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/ Bug Fix / Docs]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 Progress / In Review / Merged]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[#000]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[Contribution 2 — describe here]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/ Bug Fix / Docs]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Blessings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 Progress / In Review / Merged]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[#000]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[Contribution 3 — if applicable]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/ Bug Fix / Docs]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 Progress / In Review / Merged]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8F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[#000]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#1  ·  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[Contribution Name]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54680" y="10058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12801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bug or feature does this address and why does it matter to users of Scribe?]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21214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39572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[Conceptual approach: describe the strategy at a high level before code details]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32369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351129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 Progress / In Review / Merged — Issue #000  ·  PR #000]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4398264"/>
            <a:ext cx="5577840" cy="1463040"/>
          </a:xfrm>
          <a:prstGeom prst="rect">
            <a:avLst/>
          </a:prstGeom>
          <a:solidFill>
            <a:srgbClr val="E8EDF5"/>
          </a:solidFill>
          <a:ln w="12700">
            <a:solidFill>
              <a:srgbClr val="B0BE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398264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code snippet, diagram, or test output here]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#2  ·  BLESSINGS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2560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[Contribution Name]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54680" y="10058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12801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bug or feature does this address and why does it matter to users of Scribe?]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54680" y="212140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39572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[Conceptual approach: describe the strategy at a high level before code details]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32369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351129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 Progress / In Review / Merged — Issue #000  ·  PR #000]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4398264"/>
            <a:ext cx="5577840" cy="1463040"/>
          </a:xfrm>
          <a:prstGeom prst="rect">
            <a:avLst/>
          </a:prstGeom>
          <a:solidFill>
            <a:srgbClr val="E8EDF5"/>
          </a:solidFill>
          <a:ln w="12700">
            <a:solidFill>
              <a:srgbClr val="B0BE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4398264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code snippet, diagram, or test output here]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 — Successes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win #1 — e.g., Successfully set up Android dev environment and ran Scribe locally]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win #2 — e.g., Gained working understanding of InputMethodService (IME) lifecycle]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win #3 — e.g., Opened first PR / issue comment and received maintainer feedback]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win #4 — e.g., Collaboration: pair programming sessions accelerated onboarding]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 as needed]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Reflections —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#1 — e.g., Kotlin learning curve for Blessings: syntax &amp; idioms unfamiliar]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#2 — e.g., IME API complexity: lifecycle callbacks, input connection management]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#3 — e.g., Gradle build variants took time to understand and configure]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[Challenge #4 — e.g., Navigating a large, active codebase with ongoing migrations]</a:t>
            </a:r>
            <a:endParaRPr lang="en-US" sz="16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more as needed]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[Lesson — e.g., Start with the CONTRIBUTING.md: it reveals norms and onboarding paths invisible from the code]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[Lesson — e.g., Reading existing tests is the fastest way to understand expected behavior]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[Lesson — e.g., Small, focused PRs get reviewed faster and teach you more per cycle]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457200" cy="45720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[Lesson — e.g., Community channels (Matrix) surface tacit knowledge not in the docs]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Plans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26517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058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Contributions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[Issue / PR target #1]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[Issue / PR target #2]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[Issue / PR target #3]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058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Develop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Deeper MockK / instrumented testing]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Jetpack Compose animation]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SPARQL / Scribe-Data pipeline]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C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05840"/>
            <a:ext cx="26517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10058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Have at least one merged PR by end of semester]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Each contribute to a different module]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i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Improve automated test coverage]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423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pPr algn="ctr" indent="0" marL="0">
              <a:buNone/>
            </a:pPr>
            <a:r>
              <a:rPr lang="en-US" sz="1700" dirty="0">
                <a:solidFill>
                  <a:srgbClr val="A8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github.com/scribe-org/Scribe-Android</a:t>
            </a:r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8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#scribe_community:matrix.org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4389120"/>
            <a:ext cx="8595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Blessings &amp; Lance  ·  CSC 575  ·  Spring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Scribe-Android: Status Report</dc:title>
  <dc:subject>PptxGenJS Presentation</dc:subject>
  <dc:creator>Blessings &amp; Lance</dc:creator>
  <cp:lastModifiedBy>Blessings &amp; Lance</cp:lastModifiedBy>
  <cp:revision>1</cp:revision>
  <dcterms:created xsi:type="dcterms:W3CDTF">2026-04-06T16:32:51Z</dcterms:created>
  <dcterms:modified xsi:type="dcterms:W3CDTF">2026-04-06T16:32:51Z</dcterms:modified>
</cp:coreProperties>
</file>