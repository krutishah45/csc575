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12" d="100"/>
          <a:sy n="112" d="100"/>
        </p:scale>
        <p:origin x="61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0975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37160" y="0"/>
            <a:ext cx="900684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kern="0" spc="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DEVINSTALL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Scribe-Android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31520" y="2560320"/>
            <a:ext cx="2286000" cy="45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step-by-step guide to cloning, building, and running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Scribe-Android on your local development environment.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023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Blessings Mailos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4434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DevInstall</a:t>
            </a:r>
            <a:endParaRPr lang="en-US" sz="13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7498080" y="1097280"/>
            <a:ext cx="731520" cy="731520"/>
          </a:xfrm>
          <a:prstGeom prst="rect">
            <a:avLst/>
          </a:prstGeom>
        </p:spPr>
      </p:pic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7955280" y="2103120"/>
            <a:ext cx="548640" cy="548640"/>
          </a:xfrm>
          <a:prstGeom prst="rect">
            <a:avLst/>
          </a:prstGeom>
        </p:spPr>
      </p:pic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7315200" y="292608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C4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457200" cy="45720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10312"/>
            <a:ext cx="310896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914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1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Project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457200" y="1645920"/>
            <a:ext cx="502920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1" descr="/home/claude/unpacked/word/media/image1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48640" y="1737360"/>
            <a:ext cx="4846320" cy="28346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760720" y="1645920"/>
            <a:ext cx="310896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5760720" y="1645920"/>
            <a:ext cx="73152" cy="30175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6035040" y="1920240"/>
            <a:ext cx="2651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Android Studio and create a new Empty Activity project. Set the save location to your preferred directory for Android projects.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C4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457200" cy="45720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10312"/>
            <a:ext cx="310896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914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2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Repository and Copy the Clone URL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457200" y="1645920"/>
            <a:ext cx="53035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1" descr="/home/claude/unpacked/word/media/image2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48640" y="1691640"/>
            <a:ext cx="5120640" cy="173736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57200" y="3657600"/>
            <a:ext cx="530352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2" descr="/home/claude/unpacked/word/media/image3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48640" y="3703320"/>
            <a:ext cx="5120640" cy="109728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035040" y="1645920"/>
            <a:ext cx="283464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7"/>
          <p:cNvSpPr/>
          <p:nvPr/>
        </p:nvSpPr>
        <p:spPr>
          <a:xfrm>
            <a:off x="6035040" y="1645920"/>
            <a:ext cx="73152" cy="32004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8"/>
          <p:cNvSpPr/>
          <p:nvPr/>
        </p:nvSpPr>
        <p:spPr>
          <a:xfrm>
            <a:off x="6309360" y="1920240"/>
            <a:ext cx="2377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github.com/scribe-org/Scribe-Android. Click the green Code button and copy the HTTPS clone URL to your clipboard.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C4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457200" cy="45720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10312"/>
            <a:ext cx="310896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914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3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the Repository to Your Machine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457200" y="1645920"/>
            <a:ext cx="530352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1" descr="/home/claude/unpacked/word/media/image4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48640" y="1737360"/>
            <a:ext cx="5120640" cy="28346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035040" y="1645920"/>
            <a:ext cx="283464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6035040" y="1645920"/>
            <a:ext cx="73152" cy="30175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6309360" y="1920240"/>
            <a:ext cx="2377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terminal in Android Studio and run git clone with the copied URL. The repository will download into a Scribe-Android subfolder.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C4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457200" cy="45720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10312"/>
            <a:ext cx="310896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914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4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Android Emulator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371600" y="1645920"/>
            <a:ext cx="292608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1" descr="/home/claude/unpacked/word/media/image5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463040" y="1737360"/>
            <a:ext cx="2743200" cy="28346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754880" y="1645920"/>
            <a:ext cx="411480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4754880" y="1645920"/>
            <a:ext cx="73152" cy="30175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5029200" y="192024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the Device Manager to deploy your virtual Android phone. The Pixel 6a emulator will boot up and display a black screen while loading.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C4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457200" cy="45720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10312"/>
            <a:ext cx="310896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914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5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Scribe App on the Emulator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371600" y="1645920"/>
            <a:ext cx="292608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1" descr="/home/claude/unpacked/word/media/image6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463040" y="1737360"/>
            <a:ext cx="2743200" cy="28346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754880" y="1645920"/>
            <a:ext cx="411480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4754880" y="1645920"/>
            <a:ext cx="73152" cy="30175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5029200" y="192024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deployed, the Scribe app opens showing the Installation screen. Follow the on-screen steps to configure your keyboards.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C4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457200" cy="45720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10312"/>
            <a:ext cx="310896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914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6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Keyboard Settings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371600" y="1645920"/>
            <a:ext cx="292608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1" descr="/home/claude/unpacked/word/media/image7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463040" y="1737360"/>
            <a:ext cx="2743200" cy="28346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754880" y="1645920"/>
            <a:ext cx="411480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4754880" y="1645920"/>
            <a:ext cx="73152" cy="30175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5029200" y="192024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the On-screen keyboard settings. You will see the Scribe keyboards listed for each supported language alongside Gboard.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C4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457200" cy="45720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10312"/>
            <a:ext cx="310896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914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7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Your Desired Languages On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371600" y="1645920"/>
            <a:ext cx="292608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1" descr="/home/claude/unpacked/word/media/image8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463040" y="1737360"/>
            <a:ext cx="2743200" cy="28346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754880" y="1645920"/>
            <a:ext cx="411480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4754880" y="1645920"/>
            <a:ext cx="73152" cy="30175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5029200" y="192024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the Scribe keyboards for the languages you want to use by toggling them on. Each language has its own keyboard with localized features.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C4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457200" cy="45720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10312"/>
            <a:ext cx="310896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914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8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the Language Data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457200" y="1645920"/>
            <a:ext cx="256032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1" descr="/home/claude/unpacked/word/media/image9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48640" y="1737360"/>
            <a:ext cx="2377440" cy="28346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291840" y="1645920"/>
            <a:ext cx="256032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2" descr="/home/claude/unpacked/word/media/image10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383280" y="1737360"/>
            <a:ext cx="2377440" cy="283464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126480" y="1645920"/>
            <a:ext cx="274320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7"/>
          <p:cNvSpPr/>
          <p:nvPr/>
        </p:nvSpPr>
        <p:spPr>
          <a:xfrm>
            <a:off x="6126480" y="1645920"/>
            <a:ext cx="73152" cy="30175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8"/>
          <p:cNvSpPr/>
          <p:nvPr/>
        </p:nvSpPr>
        <p:spPr>
          <a:xfrm>
            <a:off x="6400800" y="1920240"/>
            <a:ext cx="2286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the language data packs for your enabled keyboards. Scribe works offline, so all data is stored locally on the device once downloaded.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C4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457200" cy="45720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10312"/>
            <a:ext cx="310896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914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9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Scribe and Start Typing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457200" y="1645920"/>
            <a:ext cx="256032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1" descr="/home/claude/unpacked/word/media/image11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48640" y="1737360"/>
            <a:ext cx="2377440" cy="28346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291840" y="1645920"/>
            <a:ext cx="256032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2" descr="/home/claude/unpacked/word/media/image12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383280" y="1737360"/>
            <a:ext cx="2377440" cy="283464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126480" y="1645920"/>
            <a:ext cx="274320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7"/>
          <p:cNvSpPr/>
          <p:nvPr/>
        </p:nvSpPr>
        <p:spPr>
          <a:xfrm>
            <a:off x="6126480" y="1645920"/>
            <a:ext cx="73152" cy="30175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8"/>
          <p:cNvSpPr/>
          <p:nvPr/>
        </p:nvSpPr>
        <p:spPr>
          <a:xfrm>
            <a:off x="6400800" y="1920240"/>
            <a:ext cx="2286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the globe icon to switch to a Scribe keyboard. Use the Scribe key (top-left) to access Translate, Conjugate, and Plural features.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37160" y="5088636"/>
            <a:ext cx="900684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You're all set!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286000" cy="45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Scribe-Android is now running on emulator.</a:t>
            </a: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start exploring the codebase and contribute to.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34747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8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 </a:t>
            </a:r>
            <a:r>
              <a:rPr lang="en-US" sz="12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github.com/scribe-org/Scribe-Android</a:t>
            </a: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/>
          </a:p>
          <a:p>
            <a:pPr marL="0" indent="0">
              <a:lnSpc>
                <a:spcPct val="18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 </a:t>
            </a:r>
            <a:endParaRPr lang="en-US" sz="1200" dirty="0"/>
          </a:p>
          <a:p>
            <a:pPr marL="0" indent="0">
              <a:lnSpc>
                <a:spcPct val="180000"/>
              </a:lnSpc>
              <a:buNone/>
            </a:pPr>
            <a:r>
              <a:rPr lang="en-US" sz="12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matrix.to/#/#scribe_community:matrix.org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Blessings Mailos  |  DevInstall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366</Words>
  <Application>Microsoft Office PowerPoint</Application>
  <PresentationFormat>On-screen Show (16:9)</PresentationFormat>
  <Paragraphs>51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Scribe-Android DevInstall Guide</dc:title>
  <dc:subject>PptxGenJS Presentation</dc:subject>
  <dc:creator>Blessings Mailos</dc:creator>
  <cp:lastModifiedBy>Mailos, Blessings S.</cp:lastModifiedBy>
  <cp:revision>2</cp:revision>
  <dcterms:created xsi:type="dcterms:W3CDTF">2026-04-08T00:28:59Z</dcterms:created>
  <dcterms:modified xsi:type="dcterms:W3CDTF">2026-04-08T01:51:25Z</dcterms:modified>
</cp:coreProperties>
</file>