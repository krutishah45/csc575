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73F9-B20C-A828-63E4-44F1D50B4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791B00-AADC-5622-7EB3-D1F0D1D05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147A9-6B36-0F99-225D-99601CF6B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8C10-EAE8-9A41-9752-7AAC1FFDD55D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EA255-4310-42FA-2D1C-1C4A81FE2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6AFAE-ECD7-5C50-1D73-C92B6018E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7CF1-E379-534C-A706-518694B95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9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3C3F8-7E40-67A0-5D46-5517108C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D1303-3770-B8DF-782D-2B124ED61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BB36E-1308-7D42-2239-6AB02AEB6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8C10-EAE8-9A41-9752-7AAC1FFDD55D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1622B-4385-9BE9-FF50-95E4FF5D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B7429-3EF7-E610-5ABD-B41353FC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7CF1-E379-534C-A706-518694B95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33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6D31-ED82-45DF-6CF4-D76360B8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9D0D9-ECA2-16A2-9C0A-307086836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ACF34-7991-3F74-F7EE-B694FCC8B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8C10-EAE8-9A41-9752-7AAC1FFDD55D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6BF13-9CB0-6430-259C-7CF6DACF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4AF8E-4C2E-4234-B46A-4EFB0F14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7CF1-E379-534C-A706-518694B95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00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5B13-5F98-4208-566E-B41F7AA7A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C5602-64DB-22FA-2266-467CE4A04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B5787-9E13-EEE6-D517-ABBE40ADB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45F1A-94F5-6B3D-A66C-42F7592C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8C10-EAE8-9A41-9752-7AAC1FFDD55D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6F242-99F6-1AC7-36F7-D44C897A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3532A-01B8-1897-8E21-7A08951E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7CF1-E379-534C-A706-518694B95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0595-8E69-A407-EC6B-C7C0C774E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20A35-ABA5-8AD9-1B3F-49865A7FD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002FD-6C56-2508-F216-CAE01EB9C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F71596-890E-0FBB-5337-3F20A4E21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649312-F185-5327-6257-EBFD70F36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83796F-892E-0A56-A3C6-BB0305101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8C10-EAE8-9A41-9752-7AAC1FFDD55D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6AFB83-1A96-C66B-0633-2F049BC2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1F9A8-1C70-E581-E5CE-BA10AC07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7CF1-E379-534C-A706-518694B95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75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03C30-C0B7-6C47-592F-45E701A78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B2EDB-3CA5-A367-5DED-F71A2533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8C10-EAE8-9A41-9752-7AAC1FFDD55D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A95F70-3783-59D0-17E9-C0103C2AE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C8D74-E9A9-59E6-5A85-4B0DC8B2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7CF1-E379-534C-A706-518694B95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86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F23A1B-6E93-1B55-37FE-98D37D90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8C10-EAE8-9A41-9752-7AAC1FFDD55D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5995A9-ACBF-86EC-77F8-9C3B147A2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2B298-437B-C413-2052-C3D26EFE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7CF1-E379-534C-A706-518694B95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04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02FCC-544B-CF56-F18A-A7B6CCAED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10E9B-DA8F-69FA-31CD-422BADB3E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2F22D-718F-EEE6-0943-9817C897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92959-7EB6-CC21-4AD0-2E6CC35A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8C10-EAE8-9A41-9752-7AAC1FFDD55D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3F1B0-5D27-5CE1-58B2-F87635BF0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03669-8CE3-AB03-B8DF-C04167C6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7CF1-E379-534C-A706-518694B95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96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534E-ED15-BB95-5C37-410FB75E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75BE56-DC6A-C952-672F-565B004ED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92F0A-AA79-01BD-5412-75F99A1DB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32858-4F78-DF06-C0EA-B5C02792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8C10-EAE8-9A41-9752-7AAC1FFDD55D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9CA68-C040-21D3-0CF8-85F7CC6DA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42B0C-69E1-3682-78BC-A66EA808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7CF1-E379-534C-A706-518694B95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81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C851E-7E51-D2F8-474A-1137EF1B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86527-6AB8-66E7-335C-D7BA3E057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88A52-2CA7-249B-7FD6-BDB3DC19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8C10-EAE8-9A41-9752-7AAC1FFDD55D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AB81E-120E-E897-9DD4-8AC2E31AA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3958B-4DBA-9E7F-D5F9-ADEB90D98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7CF1-E379-534C-A706-518694B95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9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466537-F43B-6FB5-4181-04C9E05FEB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2B179-B83C-B1D1-1E69-78265A138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9247D-23A3-08D7-F4C9-095D2D15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8C10-EAE8-9A41-9752-7AAC1FFDD55D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8BF7C-F085-74AD-E22B-7F6CE618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02559-27AC-694A-65C3-34C2EF4E7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7CF1-E379-534C-A706-518694B95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9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FD7744-4EA4-9E1B-2226-8E69AEFD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B2AFA-6C98-9615-C8B9-F461A297F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B30FE-43CE-8DCB-46B4-B98C14BE4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38C10-EAE8-9A41-9752-7AAC1FFDD55D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F0CEB-5881-E1EB-D538-F0A8C489A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20D5A-FC51-AC81-AB84-B5F0F5895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A7CF1-E379-534C-A706-518694B95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aphic 38">
            <a:extLst>
              <a:ext uri="{FF2B5EF4-FFF2-40B4-BE49-F238E27FC236}">
                <a16:creationId xmlns:a16="http://schemas.microsoft.com/office/drawing/2014/main" id="{F0E417D8-88AA-4184-A08D-DEF97C6C9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85795" y="1690979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CB4E045-9FB0-41C4-AC74-479EA20D8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21C7A48-09EB-4AF0-84CB-7EE408C2C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DDE3270-A872-4E10-80BC-B93D6F0E3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6E5F32-B5B2-45E3-9C18-BBC9005C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45E68B-E61B-4EAE-9672-3A52AEC2B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6263" y="1119679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1C097-BE3A-CCA3-6D91-26DAB7924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2788" y="1397000"/>
            <a:ext cx="4502041" cy="3008397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chemeClr val="bg1"/>
                </a:solidFill>
              </a:rPr>
              <a:t>Scribe-Android Developer Installation Demo</a:t>
            </a: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63DD1BD1-81FE-4F15-A934-E9AE94AE9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Graphic 212">
            <a:extLst>
              <a:ext uri="{FF2B5EF4-FFF2-40B4-BE49-F238E27FC236}">
                <a16:creationId xmlns:a16="http://schemas.microsoft.com/office/drawing/2014/main" id="{120AB9A0-C0C4-43DA-9A34-FA3A4079D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8815DD1-EC9D-4BE1-846B-8BEF57D39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B78D2B9-C9C4-4A37-A12C-A09FC1158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DFC7EBB5-848C-4B1C-BE84-4CF07E90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59707" y="3876466"/>
            <a:ext cx="1056155" cy="105615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F8315F3-A078-427A-92BE-34EC9E574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3DFAF5C-63B0-43FB-80BE-CC45D99F5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AD937F2-A44A-479C-A7EB-4EE7686A9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7834CC3-9461-418F-A593-FC09CD79B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D68AA1C-0667-46EE-A8BE-CAAA3EAF9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0F403B5-430A-450F-97C1-73160966C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B38EBB0-5161-46F3-83D7-D9F478B1A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47EDFA5-AD01-40BE-91A2-A0C178622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6E0C47E-FE2F-4A8C-942E-1026D02D3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A309DA7-4C25-40F5-AC21-DA06D9C98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290F5FA-D4BF-4264-A8E9-365566EC7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47FD6B5-9B47-4500-9D65-7BD217301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CA06612-80DE-4467-A50C-0CB390D6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6091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8ABE32-DDA7-AE8E-BBFD-BF2A6B5800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99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3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CB3FF7-6386-3862-D4F6-6940DED03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89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3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C19A2D4-0ABF-91A9-9444-24CA39A48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14" y="643467"/>
            <a:ext cx="10870371" cy="557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03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DC38CC-4BBA-1B0E-07D6-ED9411CA6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89101"/>
            <a:ext cx="10905066" cy="547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997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228053-2686-B8A6-A0B5-8D708854F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479" y="643466"/>
            <a:ext cx="781904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685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163A0DED-9EA6-86E0-ED30-1C1A3401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106" y="0"/>
            <a:ext cx="44637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33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AFDBFFBE-2693-8383-E547-0BD5FE872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0" y="0"/>
            <a:ext cx="4521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53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53B8D8A7-D0BE-CB0F-982C-76F2F07EE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022" y="0"/>
            <a:ext cx="44879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894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ABBFBDEC-E25A-2EE4-C090-043848B73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252" y="0"/>
            <a:ext cx="44734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35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2B137FC-257B-EC70-29A2-E36BAE867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717" y="0"/>
            <a:ext cx="4494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14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CBFDAFB5-AFEA-A59E-5951-0BAFE0D98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436" y="0"/>
            <a:ext cx="43951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0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</Words>
  <Application>Microsoft Macintosh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Scribe-Android Developer Installation 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Sigersmith, Lance D.</dc:creator>
  <cp:lastModifiedBy>Sigersmith, Lance D.</cp:lastModifiedBy>
  <cp:revision>1</cp:revision>
  <dcterms:created xsi:type="dcterms:W3CDTF">2026-04-06T17:12:49Z</dcterms:created>
  <dcterms:modified xsi:type="dcterms:W3CDTF">2026-04-06T17:35:12Z</dcterms:modified>
</cp:coreProperties>
</file>